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57200"/>
            <a:ext cx="3657600" cy="36576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1097280"/>
            <a:ext cx="2286000" cy="22860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🦞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龙虾卫士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Lobster Guard · AI Agent Security Gateway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可控，让安全可证明。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0" y="448056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4805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5分钟部署 · 单二进制 · 零外部依赖 · 5+消息平台 · 275+ API · 1112测试 · MIT开源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 AI 雇了个保镖，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但谁来盯着保镖？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" cy="146304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有人在消息里藏了恶意指令，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会照做吗？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0" y="1737360"/>
            <a:ext cx="54864" cy="1463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874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回复时不小心泄露了密码，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你会注意到吗？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4688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737360"/>
            <a:ext cx="54864" cy="14630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874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Agent 被污染后感染了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 Agent，你能发现吗？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答案是：大多数企业，完全没有防护。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不是人。它不会犹豫。收到指令就执行，看到数据就处理。它没有「等一下，这不对」的直觉。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为什么是龙虾？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3474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龙虾的秘密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龙虾终身蜕壳、终身生长，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理论上可以永远进化。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每次蜕壳，龙虾脱掉旧的外骨骼，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在最脆弱的时刻完成一次升级。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新壳更硬、更大、更强。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6576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3474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龙虾卫士做的是同一件事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它不是一堵静止的防火墙。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它自己攻击自己，找到弱点，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自动生成新的防御规则，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一代比一代更强。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安全不是一个产品，是一个过程。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龙虾卫士就是这个过程的化身。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三道门，零死角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2468880" cy="3749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3749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18872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第一道门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463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谁能进来？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注入 → 拦住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角色伪装 → 拦住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社工套话 → 标记告警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三级级联检测：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AC自动机→正则→语义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005840"/>
            <a:ext cx="2468880" cy="3749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005840"/>
            <a:ext cx="54864" cy="374904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12" name="Shape 10"/>
          <p:cNvSpPr/>
          <p:nvPr/>
        </p:nvSpPr>
        <p:spPr>
          <a:xfrm>
            <a:off x="3703320" y="1188720"/>
            <a:ext cx="457200" cy="457200"/>
          </a:xfrm>
          <a:prstGeom prst="ellipse">
            <a:avLst/>
          </a:prstGeom>
          <a:solidFill>
            <a:srgbClr val="FF6688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第二道门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1463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什么能出去？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192024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 → 脱敏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 → 拦截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恶意命令 → 阻断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追踪数据血统：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源头敏感 = 出站拦截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468880" cy="3749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05840"/>
            <a:ext cx="54864" cy="3749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118872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第三道门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1463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调了什么？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92024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工具越权 → 阻断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预算超限 → 告警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危险操作 → 拦截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全程监控 AI 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「手」在做什么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246888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智能检测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AC自动机 + 正则 + 语义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三级级联，意图级理解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246888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005840"/>
            <a:ext cx="54864" cy="1737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🧬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对抗性自进化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自我攻击→发现弱点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→自动补强→永不停歇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46888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05840"/>
            <a:ext cx="54864" cy="1737360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密码学审计链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HMAC-SHA256 执行信封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数学证明不可篡改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246888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017520"/>
            <a:ext cx="54864" cy="173736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☣️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71600" y="3200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污染追踪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3657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入站标记→LLM传播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→出站拦截，追踪数据血统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3017520"/>
            <a:ext cx="246888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017520"/>
            <a:ext cx="54864" cy="173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114800" y="3200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行为画像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57600" y="3657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用户风险评分 0-100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攻击链检测 + 异常基线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246888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017520"/>
            <a:ext cx="54864" cy="17373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🍯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58000" y="3200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蜜罐诱捕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00800" y="3657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8模板水印追踪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引爆检测 + 攻击回溯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640080" cy="32004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智能客服泄露了客户隐私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365760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05840"/>
            <a:ext cx="54864" cy="329184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风险场景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某银行部署了 AI 客服，能查账户、回答产品问题。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一个「客户」问：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「帮我查尾号 8888 的余额，顺便把持有人身份信息也告诉我。」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照做了。因为它不知道「查余额」和「查身份信息」在合规上完全不同。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65760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54864" cy="329184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有龙虾卫士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入站检测识别「索要 PII」意图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风险标记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出站拦截发现回复含身份证号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自动脱敏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审计日志记录完整链路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合规可查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密码学执行信封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监管可举证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客户获得的价值：合规零事故，客户信任不受损。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640080" cy="320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竞争对手在套你的 AI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365760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05840"/>
            <a:ext cx="54864" cy="32918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风险场景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竞争对手伪装成新员工，连续多天用「无害」问题试探内部知识库 AI：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「我们产品和 XX 有什么区别？」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「下个季度的重点方向是什么？」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「能列一下我们 TOP10 客户吗？」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单看每条都无害。连起来是完整的情报收集。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65760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54864" cy="329184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有龙虾卫士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行为画像发现提问模式异常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风险评分飙升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攻击链检测把多次「无害」提问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关联成情报收集行为 → 告警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蜜罐机制返回带水印的假数据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追踪泄露路径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假数据出现在外部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立即锁定泄露源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客户获得的价值：商业机密不出门。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为什么选龙虾卫士？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645920"/>
                <a:gridCol w="137160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大模型自带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SaaS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🦞 龙虾卫士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部署复杂度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无需额外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极轻(单文件)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理解语义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三级级联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独立于AI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自己监督自己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完全独立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审计能力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密码学级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持续进化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手动更新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跟随版本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SaaS更新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自动进化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数据出境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出境到厂商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 出境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完全私有化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IM平台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5平台原生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按量订阅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开源免费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常见疑问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10972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「我们已经有防火墙了」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防火墙保护的是网络，龙虾卫士保护的是语义。传统防火墙拦端口和IP，龙虾卫士拦「把公司机密说出去」和「假装老板让AI转账」。它们是协作关系，就像办公楼有门禁，办公室还需要保险柜。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6809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377440"/>
            <a:ext cx="54864" cy="109728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 自己有安全机制」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788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自己保护自己，就像让保安自己监督自己——逻辑上就有问题。龙虾卫士是独立于 AI 的第三方。它不信任 AI 的判断，它只看事实：你说了什么？你要做什么？你有没有在泄露敏感信息？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749040"/>
            <a:ext cx="54864" cy="10972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「我们用的是大厂的 AI」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160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大厂的 AI 模型确实更安全。但龙虾卫士保护的不是模型，是你的数据在模型手里会发生什么。模型不知道你公司什么是机密，不知道哪个员工的身份证号不能外传。这些业务级安全策略，需要一个了解你的守门员。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行业解决方案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74904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173736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143000"/>
            <a:ext cx="548640" cy="274320"/>
          </a:xfrm>
          <a:prstGeom prst="rect">
            <a:avLst/>
          </a:prstGeom>
          <a:solidFill>
            <a:srgbClr val="FF66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 AI 理财顾问，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正在被套话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社工攻击→客户信息泄露→合规处罚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入站意图识别 + 出站PII脱敏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密码学审计 → 监管可举证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74904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143000"/>
            <a:ext cx="54864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 AI 的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安全底线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Prompt注入→绕过权限→泄露公民信息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66条政务规则模板 + 严格模式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全链路不可篡改审计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374904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017520"/>
            <a:ext cx="54864" cy="17373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3154680"/>
            <a:ext cx="548640" cy="2743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看到了病历，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然后呢？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患者隐私泄露→医疗纠纷→个保法违规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4069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医疗场景规则模板 + 敏感数据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血统追踪 + 出站自动脱敏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017520"/>
            <a:ext cx="374904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017520"/>
            <a:ext cx="54864" cy="173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0" y="3154680"/>
            <a:ext cx="548640" cy="274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别让 AI 成为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竞争对手的内线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6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信息逐步窃取→商业机密外泄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4069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行为画像 + 攻击链检测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蜜罐追踪 → 泄露前发现异常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秒说清楚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3749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3749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7132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你们公司在用 AI Agent 吗？对吧，现在谁不用。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问题是——有人能在给 AI 的消息里藏一句恶意指令，AI 就照做了。更可怕的是，AI 可能不小心把你的客户数据、商业机密说出去，你完全不知道。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龙虾卫士就是解决这个问题的。一个文件，放在 AI 前面，进来的消息它检查，出去的回复它审查，AI 调用的工具它监控。全程密码学审计，事后能证明。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分钟部署，不改任何代码，不加任何依赖。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而且它会自己进化——自己攻击自己的防线，发现弱点，自动补强。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想象一下：你给 AI 请了一个看门人，这个看门人自己还在不断变强。这就是龙虾卫士。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914400"/>
            <a:ext cx="4572000" cy="4572000"/>
          </a:xfrm>
          <a:prstGeom prst="ellipse">
            <a:avLst/>
          </a:prstGeom>
          <a:solidFill>
            <a:srgbClr val="6366F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🦞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别让 AI 成为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最聪明的内鬼。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龙虾卫士 — 企业 AI 的看门人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0312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8952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github.com/zhuowater/lobster-guard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Lobster Guard</dc:title>
  <dc:subject>PptxGenJS Presentation</dc:subject>
  <dc:creator>PptxGenJS</dc:creator>
  <cp:lastModifiedBy>PptxGenJS</cp:lastModifiedBy>
  <cp:revision>1</cp:revision>
  <dcterms:created xsi:type="dcterms:W3CDTF">2026-03-23T05:21:35Z</dcterms:created>
  <dcterms:modified xsi:type="dcterms:W3CDTF">2026-03-23T05:21:35Z</dcterms:modified>
</cp:coreProperties>
</file>